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56" r:id="rId2"/>
    <p:sldId id="265" r:id="rId3"/>
    <p:sldId id="266" r:id="rId4"/>
    <p:sldId id="267" r:id="rId5"/>
    <p:sldId id="257" r:id="rId6"/>
    <p:sldId id="263" r:id="rId7"/>
    <p:sldId id="258" r:id="rId8"/>
    <p:sldId id="264" r:id="rId9"/>
    <p:sldId id="259" r:id="rId10"/>
    <p:sldId id="260" r:id="rId11"/>
    <p:sldId id="261" r:id="rId12"/>
    <p:sldId id="262"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70" d="100"/>
          <a:sy n="70" d="100"/>
        </p:scale>
        <p:origin x="536"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2373"/>
            <a:ext cx="12192000" cy="6867027"/>
            <a:chOff x="0" y="-2373"/>
            <a:chExt cx="12192000" cy="6867027"/>
          </a:xfrm>
        </p:grpSpPr>
        <p:sp>
          <p:nvSpPr>
            <p:cNvPr id="8" name="Rectangle 7"/>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10"/>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Oval 11"/>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rot="5400000">
            <a:off x="10089390" y="1792223"/>
            <a:ext cx="990599" cy="304799"/>
          </a:xfrm>
        </p:spPr>
        <p:txBody>
          <a:bodyPr anchor="t"/>
          <a:lstStyle>
            <a:lvl1pPr algn="l">
              <a:defRPr b="0" i="0">
                <a:solidFill>
                  <a:schemeClr val="bg1"/>
                </a:solidFill>
              </a:defRPr>
            </a:lvl1pPr>
          </a:lstStyle>
          <a:p>
            <a:fld id="{2A4E00EE-49D9-4CDA-BD05-85520E6FD66C}" type="datetimeFigureOut">
              <a:rPr lang="en-US" smtClean="0"/>
              <a:t>11/11/2021</a:t>
            </a:fld>
            <a:endParaRPr lang="en-US"/>
          </a:p>
        </p:txBody>
      </p:sp>
      <p:sp>
        <p:nvSpPr>
          <p:cNvPr id="5" name="Footer Placeholder 4"/>
          <p:cNvSpPr>
            <a:spLocks noGrp="1"/>
          </p:cNvSpPr>
          <p:nvPr>
            <p:ph type="ftr" sz="quarter" idx="11"/>
          </p:nvPr>
        </p:nvSpPr>
        <p:spPr>
          <a:xfrm rot="5400000">
            <a:off x="8959592" y="3226820"/>
            <a:ext cx="3859795" cy="304801"/>
          </a:xfrm>
        </p:spPr>
        <p:txBody>
          <a:bodyPr/>
          <a:lstStyle>
            <a:lvl1pPr>
              <a:defRPr b="0" i="0">
                <a:solidFill>
                  <a:schemeClr val="bg1"/>
                </a:solidFill>
              </a:defRPr>
            </a:lvl1pPr>
          </a:lstStyle>
          <a:p>
            <a:endParaRPr lang="en-US"/>
          </a:p>
        </p:txBody>
      </p:sp>
      <p:sp>
        <p:nvSpPr>
          <p:cNvPr id="10" name="Rectangle 9"/>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10351008" y="292608"/>
            <a:ext cx="838199" cy="767687"/>
          </a:xfrm>
        </p:spPr>
        <p:txBody>
          <a:bodyPr/>
          <a:lstStyle>
            <a:lvl1pPr>
              <a:defRPr sz="2800" b="0" i="0">
                <a:latin typeface="+mj-lt"/>
              </a:defRPr>
            </a:lvl1pPr>
          </a:lstStyle>
          <a:p>
            <a:fld id="{293355FA-DA25-47EA-8DD9-469509701BF2}" type="slidenum">
              <a:rPr lang="en-US" smtClean="0"/>
              <a:t>‹#›</a:t>
            </a:fld>
            <a:endParaRPr lang="en-US"/>
          </a:p>
        </p:txBody>
      </p:sp>
    </p:spTree>
    <p:extLst>
      <p:ext uri="{BB962C8B-B14F-4D97-AF65-F5344CB8AC3E}">
        <p14:creationId xmlns:p14="http://schemas.microsoft.com/office/powerpoint/2010/main" val="33385447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A4E00EE-49D9-4CDA-BD05-85520E6FD66C}" type="datetimeFigureOut">
              <a:rPr lang="en-US" smtClean="0"/>
              <a:t>11/11/2021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3355FA-DA25-47EA-8DD9-469509701BF2}" type="slidenum">
              <a:rPr lang="en-US" smtClean="0"/>
              <a:t>‹#›</a:t>
            </a:fld>
            <a:endParaRPr lang="en-US"/>
          </a:p>
        </p:txBody>
      </p:sp>
    </p:spTree>
    <p:extLst>
      <p:ext uri="{BB962C8B-B14F-4D97-AF65-F5344CB8AC3E}">
        <p14:creationId xmlns:p14="http://schemas.microsoft.com/office/powerpoint/2010/main" val="38925028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13" name="Group 12"/>
          <p:cNvGrpSpPr/>
          <p:nvPr/>
        </p:nvGrpSpPr>
        <p:grpSpPr>
          <a:xfrm>
            <a:off x="0" y="-2373"/>
            <a:ext cx="12192000" cy="6867027"/>
            <a:chOff x="0" y="-2373"/>
            <a:chExt cx="12192000" cy="6867027"/>
          </a:xfrm>
        </p:grpSpPr>
        <p:sp>
          <p:nvSpPr>
            <p:cNvPr id="11" name="Rectangle 10"/>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6" y="2677645"/>
            <a:ext cx="4351023" cy="2283824"/>
          </a:xfrm>
        </p:spPr>
        <p:txBody>
          <a:bodyPr anchor="ctr"/>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895558" y="2677644"/>
            <a:ext cx="3755379" cy="2283823"/>
          </a:xfrm>
        </p:spPr>
        <p:txBody>
          <a:bodyPr anchor="ctr"/>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A4E00EE-49D9-4CDA-BD05-85520E6FD66C}" type="datetimeFigureOut">
              <a:rPr lang="en-US" smtClean="0"/>
              <a:t>11/11/2021</a:t>
            </a:fld>
            <a:endParaRPr lang="en-US"/>
          </a:p>
        </p:txBody>
      </p:sp>
      <p:sp>
        <p:nvSpPr>
          <p:cNvPr id="5" name="Footer Placeholder 4"/>
          <p:cNvSpPr>
            <a:spLocks noGrp="1"/>
          </p:cNvSpPr>
          <p:nvPr>
            <p:ph type="ftr" sz="quarter" idx="11"/>
          </p:nvPr>
        </p:nvSpPr>
        <p:spPr/>
        <p:txBody>
          <a:bodyPr/>
          <a:lstStyle/>
          <a:p>
            <a:endParaRPr lang="en-US"/>
          </a:p>
        </p:txBody>
      </p:sp>
      <p:sp>
        <p:nvSpPr>
          <p:cNvPr id="15" name="Rectangle 14"/>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293355FA-DA25-47EA-8DD9-469509701BF2}" type="slidenum">
              <a:rPr lang="en-US" smtClean="0"/>
              <a:t>‹#›</a:t>
            </a:fld>
            <a:endParaRPr lang="en-US"/>
          </a:p>
        </p:txBody>
      </p:sp>
    </p:spTree>
    <p:extLst>
      <p:ext uri="{BB962C8B-B14F-4D97-AF65-F5344CB8AC3E}">
        <p14:creationId xmlns:p14="http://schemas.microsoft.com/office/powerpoint/2010/main" val="3600135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2A4E00EE-49D9-4CDA-BD05-85520E6FD66C}" type="datetimeFigureOut">
              <a:rPr lang="en-US" smtClean="0"/>
              <a:t>11/11/2021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93355FA-DA25-47EA-8DD9-469509701BF2}" type="slidenum">
              <a:rPr lang="en-US" smtClean="0"/>
              <a:t>‹#›</a:t>
            </a:fld>
            <a:endParaRPr lang="en-US"/>
          </a:p>
        </p:txBody>
      </p:sp>
    </p:spTree>
    <p:extLst>
      <p:ext uri="{BB962C8B-B14F-4D97-AF65-F5344CB8AC3E}">
        <p14:creationId xmlns:p14="http://schemas.microsoft.com/office/powerpoint/2010/main" val="41563698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208710" y="3179762"/>
            <a:ext cx="4825159" cy="2840039"/>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2A4E00EE-49D9-4CDA-BD05-85520E6FD66C}" type="datetimeFigureOut">
              <a:rPr lang="en-US" smtClean="0"/>
              <a:t>11/11/2021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93355FA-DA25-47EA-8DD9-469509701BF2}" type="slidenum">
              <a:rPr lang="en-US" smtClean="0"/>
              <a:t>‹#›</a:t>
            </a:fld>
            <a:endParaRPr lang="en-US"/>
          </a:p>
        </p:txBody>
      </p:sp>
    </p:spTree>
    <p:extLst>
      <p:ext uri="{BB962C8B-B14F-4D97-AF65-F5344CB8AC3E}">
        <p14:creationId xmlns:p14="http://schemas.microsoft.com/office/powerpoint/2010/main" val="32524156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2A4E00EE-49D9-4CDA-BD05-85520E6FD66C}" type="datetimeFigureOut">
              <a:rPr lang="en-US" smtClean="0"/>
              <a:t>11/11/2021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93355FA-DA25-47EA-8DD9-469509701BF2}" type="slidenum">
              <a:rPr lang="en-US" smtClean="0"/>
              <a:t>‹#›</a:t>
            </a:fld>
            <a:endParaRPr lang="en-US"/>
          </a:p>
        </p:txBody>
      </p:sp>
    </p:spTree>
    <p:extLst>
      <p:ext uri="{BB962C8B-B14F-4D97-AF65-F5344CB8AC3E}">
        <p14:creationId xmlns:p14="http://schemas.microsoft.com/office/powerpoint/2010/main" val="13905570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A4E00EE-49D9-4CDA-BD05-85520E6FD66C}" type="datetimeFigureOut">
              <a:rPr lang="en-US" smtClean="0"/>
              <a:t>11/11/2021</a:t>
            </a:fld>
            <a:endParaRPr lang="en-US"/>
          </a:p>
        </p:txBody>
      </p:sp>
      <p:sp>
        <p:nvSpPr>
          <p:cNvPr id="3" name="Footer Placeholder 2"/>
          <p:cNvSpPr>
            <a:spLocks noGrp="1"/>
          </p:cNvSpPr>
          <p:nvPr>
            <p:ph type="ftr" sz="quarter" idx="11"/>
          </p:nvPr>
        </p:nvSpPr>
        <p:spPr/>
        <p:txBody>
          <a:bodyPr/>
          <a:lstStyle/>
          <a:p>
            <a:endParaRPr lang="en-US"/>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293355FA-DA25-47EA-8DD9-469509701BF2}" type="slidenum">
              <a:rPr lang="en-US" smtClean="0"/>
              <a:t>‹#›</a:t>
            </a:fld>
            <a:endParaRPr lang="en-US"/>
          </a:p>
        </p:txBody>
      </p:sp>
    </p:spTree>
    <p:extLst>
      <p:ext uri="{BB962C8B-B14F-4D97-AF65-F5344CB8AC3E}">
        <p14:creationId xmlns:p14="http://schemas.microsoft.com/office/powerpoint/2010/main" val="4691084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14" name="Group 13"/>
          <p:cNvGrpSpPr/>
          <p:nvPr/>
        </p:nvGrpSpPr>
        <p:grpSpPr>
          <a:xfrm>
            <a:off x="0" y="-2373"/>
            <a:ext cx="12192000" cy="6867027"/>
            <a:chOff x="0" y="-2373"/>
            <a:chExt cx="12192000" cy="6867027"/>
          </a:xfrm>
        </p:grpSpPr>
        <p:sp>
          <p:nvSpPr>
            <p:cNvPr id="12" name="Rectangle 11"/>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Oval 15"/>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Rectangle 7"/>
            <p:cNvSpPr/>
            <p:nvPr/>
          </p:nvSpPr>
          <p:spPr>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0"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1295400"/>
            <a:ext cx="2793159" cy="1600200"/>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5781146" y="1447800"/>
            <a:ext cx="5190065" cy="4572000"/>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bwMode="gray">
          <a:xfrm>
            <a:off x="1154955" y="2895600"/>
            <a:ext cx="2793158" cy="3129279"/>
          </a:xfrm>
        </p:spPr>
        <p:txBody>
          <a:bodyPr/>
          <a:lstStyle>
            <a:lvl1pPr marL="0" indent="0">
              <a:buNone/>
              <a:defRPr sz="14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A4E00EE-49D9-4CDA-BD05-85520E6FD66C}" type="datetimeFigureOut">
              <a:rPr lang="en-US" smtClean="0"/>
              <a:t>11/11/2021</a:t>
            </a:fld>
            <a:endParaRPr lang="en-US"/>
          </a:p>
        </p:txBody>
      </p:sp>
      <p:sp>
        <p:nvSpPr>
          <p:cNvPr id="6" name="Footer Placeholder 5"/>
          <p:cNvSpPr>
            <a:spLocks noGrp="1"/>
          </p:cNvSpPr>
          <p:nvPr>
            <p:ph type="ftr" sz="quarter" idx="11"/>
          </p:nvPr>
        </p:nvSpPr>
        <p:spPr/>
        <p:txBody>
          <a:bodyPr/>
          <a:lstStyle/>
          <a:p>
            <a:endParaRPr lang="en-US"/>
          </a:p>
        </p:txBody>
      </p:sp>
      <p:sp>
        <p:nvSpPr>
          <p:cNvPr id="15" name="Rectangle 14"/>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293355FA-DA25-47EA-8DD9-469509701BF2}" type="slidenum">
              <a:rPr lang="en-US" smtClean="0"/>
              <a:t>‹#›</a:t>
            </a:fld>
            <a:endParaRPr lang="en-US"/>
          </a:p>
        </p:txBody>
      </p:sp>
    </p:spTree>
    <p:extLst>
      <p:ext uri="{BB962C8B-B14F-4D97-AF65-F5344CB8AC3E}">
        <p14:creationId xmlns:p14="http://schemas.microsoft.com/office/powerpoint/2010/main" val="3352565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20" name="Group 19"/>
          <p:cNvGrpSpPr/>
          <p:nvPr/>
        </p:nvGrpSpPr>
        <p:grpSpPr>
          <a:xfrm>
            <a:off x="0" y="-2373"/>
            <a:ext cx="12192000" cy="6867027"/>
            <a:chOff x="0" y="-2373"/>
            <a:chExt cx="12192000" cy="6867027"/>
          </a:xfrm>
        </p:grpSpPr>
        <p:sp>
          <p:nvSpPr>
            <p:cNvPr id="12" name="Rectangle 11"/>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Rectangle 7"/>
            <p:cNvSpPr/>
            <p:nvPr/>
          </p:nvSpPr>
          <p:spPr>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0"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3907" y="1693332"/>
            <a:ext cx="3860260" cy="1735668"/>
          </a:xfrm>
        </p:spPr>
        <p:txBody>
          <a:bodyPr anchor="b">
            <a:normAutofit/>
          </a:bodyPr>
          <a:lstStyle>
            <a:lvl1pPr algn="l">
              <a:defRPr sz="36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bwMode="gray">
          <a:xfrm>
            <a:off x="1154955" y="3657600"/>
            <a:ext cx="3859212" cy="1371600"/>
          </a:xfrm>
        </p:spPr>
        <p:txBody>
          <a:bodyPr>
            <a:normAutofit/>
          </a:bodyPr>
          <a:lstStyle>
            <a:lvl1pPr marL="0" indent="0">
              <a:buNone/>
              <a:defRPr sz="14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A4E00EE-49D9-4CDA-BD05-85520E6FD66C}" type="datetimeFigureOut">
              <a:rPr lang="en-US" smtClean="0"/>
              <a:t>11/11/2021</a:t>
            </a:fld>
            <a:endParaRPr lang="en-US"/>
          </a:p>
        </p:txBody>
      </p:sp>
      <p:sp>
        <p:nvSpPr>
          <p:cNvPr id="6" name="Footer Placeholder 5"/>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293355FA-DA25-47EA-8DD9-469509701BF2}" type="slidenum">
              <a:rPr lang="en-US" smtClean="0"/>
              <a:t>‹#›</a:t>
            </a:fld>
            <a:endParaRPr lang="en-US"/>
          </a:p>
        </p:txBody>
      </p:sp>
    </p:spTree>
    <p:extLst>
      <p:ext uri="{BB962C8B-B14F-4D97-AF65-F5344CB8AC3E}">
        <p14:creationId xmlns:p14="http://schemas.microsoft.com/office/powerpoint/2010/main" val="28662672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19" name="Group 18"/>
          <p:cNvGrpSpPr/>
          <p:nvPr/>
        </p:nvGrpSpPr>
        <p:grpSpPr>
          <a:xfrm>
            <a:off x="0" y="-2373"/>
            <a:ext cx="12192000" cy="6867027"/>
            <a:chOff x="0" y="-2373"/>
            <a:chExt cx="12192000" cy="6867027"/>
          </a:xfrm>
        </p:grpSpPr>
        <p:sp>
          <p:nvSpPr>
            <p:cNvPr id="11" name="Rectangle 10"/>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6" y="4966674"/>
            <a:ext cx="882565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54955" y="685800"/>
            <a:ext cx="8825658"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bwMode="gray">
          <a:xfrm>
            <a:off x="1154956" y="5536665"/>
            <a:ext cx="8825656" cy="493712"/>
          </a:xfrm>
        </p:spPr>
        <p:txBody>
          <a:bodyPr>
            <a:normAutofit/>
          </a:bodyPr>
          <a:lstStyle>
            <a:lvl1pPr marL="0" indent="0">
              <a:buNone/>
              <a:defRPr sz="12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A4E00EE-49D9-4CDA-BD05-85520E6FD66C}" type="datetimeFigureOut">
              <a:rPr lang="en-US" smtClean="0"/>
              <a:t>11/11/2021</a:t>
            </a:fld>
            <a:endParaRPr lang="en-US"/>
          </a:p>
        </p:txBody>
      </p:sp>
      <p:sp>
        <p:nvSpPr>
          <p:cNvPr id="6" name="Footer Placeholder 5"/>
          <p:cNvSpPr>
            <a:spLocks noGrp="1"/>
          </p:cNvSpPr>
          <p:nvPr>
            <p:ph type="ftr" sz="quarter" idx="11"/>
          </p:nvPr>
        </p:nvSpPr>
        <p:spPr/>
        <p:txBody>
          <a:bodyPr/>
          <a:lstStyle/>
          <a:p>
            <a:endParaRPr lang="en-US"/>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293355FA-DA25-47EA-8DD9-469509701BF2}" type="slidenum">
              <a:rPr lang="en-US" smtClean="0"/>
              <a:t>‹#›</a:t>
            </a:fld>
            <a:endParaRPr lang="en-US"/>
          </a:p>
        </p:txBody>
      </p:sp>
    </p:spTree>
    <p:extLst>
      <p:ext uri="{BB962C8B-B14F-4D97-AF65-F5344CB8AC3E}">
        <p14:creationId xmlns:p14="http://schemas.microsoft.com/office/powerpoint/2010/main" val="33896287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12" name="Group 11"/>
          <p:cNvGrpSpPr/>
          <p:nvPr/>
        </p:nvGrpSpPr>
        <p:grpSpPr>
          <a:xfrm>
            <a:off x="0" y="-2373"/>
            <a:ext cx="12192000" cy="6867027"/>
            <a:chOff x="0" y="-2373"/>
            <a:chExt cx="12192000" cy="6867027"/>
          </a:xfrm>
        </p:grpSpPr>
        <p:sp>
          <p:nvSpPr>
            <p:cNvPr id="10" name="Rectangle 9"/>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1"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1063416"/>
            <a:ext cx="8825659" cy="1379755"/>
          </a:xfrm>
        </p:spPr>
        <p:txBody>
          <a:bodyPr/>
          <a:lstStyle>
            <a:lvl1pPr>
              <a:defRPr sz="4000"/>
            </a:lvl1pPr>
          </a:lstStyle>
          <a:p>
            <a:r>
              <a:rPr lang="en-US" smtClean="0"/>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A4E00EE-49D9-4CDA-BD05-85520E6FD66C}" type="datetimeFigureOut">
              <a:rPr lang="en-US" smtClean="0"/>
              <a:t>11/11/2021</a:t>
            </a:fld>
            <a:endParaRPr lang="en-US"/>
          </a:p>
        </p:txBody>
      </p:sp>
      <p:sp>
        <p:nvSpPr>
          <p:cNvPr id="5" name="Footer Placeholder 4"/>
          <p:cNvSpPr>
            <a:spLocks noGrp="1"/>
          </p:cNvSpPr>
          <p:nvPr>
            <p:ph type="ftr" sz="quarter" idx="11"/>
          </p:nvPr>
        </p:nvSpPr>
        <p:spPr/>
        <p:txBody>
          <a:bodyPr/>
          <a:lstStyle/>
          <a:p>
            <a:endParaRPr lang="en-US"/>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293355FA-DA25-47EA-8DD9-469509701BF2}" type="slidenum">
              <a:rPr lang="en-US" smtClean="0"/>
              <a:t>‹#›</a:t>
            </a:fld>
            <a:endParaRPr lang="en-US"/>
          </a:p>
        </p:txBody>
      </p:sp>
    </p:spTree>
    <p:extLst>
      <p:ext uri="{BB962C8B-B14F-4D97-AF65-F5344CB8AC3E}">
        <p14:creationId xmlns:p14="http://schemas.microsoft.com/office/powerpoint/2010/main" val="37485593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7" name="Group 6"/>
          <p:cNvGrpSpPr/>
          <p:nvPr/>
        </p:nvGrpSpPr>
        <p:grpSpPr>
          <a:xfrm>
            <a:off x="0" y="-2373"/>
            <a:ext cx="12192000" cy="6867027"/>
            <a:chOff x="0" y="-2373"/>
            <a:chExt cx="12192000" cy="6867027"/>
          </a:xfrm>
        </p:grpSpPr>
        <p:sp>
          <p:nvSpPr>
            <p:cNvPr id="15" name="Rectangle 14"/>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24"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6"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3" name="TextBox 12"/>
          <p:cNvSpPr txBox="1"/>
          <p:nvPr/>
        </p:nvSpPr>
        <p:spPr>
          <a:xfrm>
            <a:off x="9719438" y="2631815"/>
            <a:ext cx="801912" cy="1569660"/>
          </a:xfrm>
          <a:prstGeom prst="rect">
            <a:avLst/>
          </a:prstGeom>
          <a:noFill/>
        </p:spPr>
        <p:txBody>
          <a:bodyPr wrap="square" rtlCol="0">
            <a:spAutoFit/>
          </a:bodyPr>
          <a:lstStyle>
            <a:defPPr>
              <a:defRPr lang="en-US"/>
            </a:defPPr>
            <a:lvl1pPr algn="r">
              <a:defRPr sz="12200" b="0" i="0">
                <a:solidFill>
                  <a:schemeClr val="accent1"/>
                </a:solidFill>
                <a:latin typeface="Arial"/>
                <a:cs typeface="Arial"/>
              </a:defRPr>
            </a:lvl1pPr>
          </a:lstStyle>
          <a:p>
            <a:pPr lvl="0"/>
            <a:r>
              <a:rPr lang="en-US" sz="9600" dirty="0"/>
              <a:t>”</a:t>
            </a:r>
          </a:p>
        </p:txBody>
      </p:sp>
      <p:sp>
        <p:nvSpPr>
          <p:cNvPr id="9" name="TextBox 8"/>
          <p:cNvSpPr txBox="1"/>
          <p:nvPr/>
        </p:nvSpPr>
        <p:spPr>
          <a:xfrm>
            <a:off x="898295" y="591093"/>
            <a:ext cx="801912" cy="1569660"/>
          </a:xfrm>
          <a:prstGeom prst="rect">
            <a:avLst/>
          </a:prstGeom>
          <a:noFill/>
        </p:spPr>
        <p:txBody>
          <a:bodyPr wrap="square" rtlCol="0">
            <a:spAutoFit/>
          </a:bodyPr>
          <a:lstStyle>
            <a:defPPr>
              <a:defRPr lang="en-US"/>
            </a:defPPr>
            <a:lvl1pPr algn="r">
              <a:defRPr sz="12200" b="0" i="0">
                <a:solidFill>
                  <a:schemeClr val="accent1"/>
                </a:solidFill>
                <a:latin typeface="Arial"/>
                <a:cs typeface="Arial"/>
              </a:defRPr>
            </a:lvl1pPr>
          </a:lstStyle>
          <a:p>
            <a:pPr lvl="0"/>
            <a:r>
              <a:rPr lang="en-US" sz="9600" dirty="0"/>
              <a:t>“</a:t>
            </a:r>
          </a:p>
        </p:txBody>
      </p:sp>
      <p:sp>
        <p:nvSpPr>
          <p:cNvPr id="2" name="Title 1"/>
          <p:cNvSpPr>
            <a:spLocks noGrp="1"/>
          </p:cNvSpPr>
          <p:nvPr>
            <p:ph type="title"/>
          </p:nvPr>
        </p:nvSpPr>
        <p:spPr>
          <a:xfrm>
            <a:off x="1581878" y="980517"/>
            <a:ext cx="8453906" cy="2698249"/>
          </a:xfrm>
        </p:spPr>
        <p:txBody>
          <a:bodyPr/>
          <a:lstStyle>
            <a:lvl1pPr>
              <a:defRPr sz="4000"/>
            </a:lvl1pPr>
          </a:lstStyle>
          <a:p>
            <a:r>
              <a:rPr lang="en-US" smtClean="0"/>
              <a:t>Click to edit Master title style</a:t>
            </a:r>
            <a:endParaRPr lang="en-US" dirty="0"/>
          </a:p>
        </p:txBody>
      </p:sp>
      <p:sp>
        <p:nvSpPr>
          <p:cNvPr id="14" name="Text Placeholder 3"/>
          <p:cNvSpPr>
            <a:spLocks noGrp="1"/>
          </p:cNvSpPr>
          <p:nvPr>
            <p:ph type="body" sz="half" idx="13"/>
          </p:nvPr>
        </p:nvSpPr>
        <p:spPr bwMode="gray">
          <a:xfrm>
            <a:off x="1945945" y="3678766"/>
            <a:ext cx="7725772" cy="342174"/>
          </a:xfrm>
        </p:spPr>
        <p:txBody>
          <a:bodyPr anchor="t">
            <a:normAutofit/>
          </a:bodyPr>
          <a:lstStyle>
            <a:lvl1pPr marL="0" indent="0">
              <a:buNone/>
              <a:defRPr lang="en-US" sz="1400" b="0" i="0" kern="1200" cap="small" dirty="0">
                <a:solidFill>
                  <a:schemeClr val="accent1"/>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A4E00EE-49D9-4CDA-BD05-85520E6FD66C}" type="datetimeFigureOut">
              <a:rPr lang="en-US" smtClean="0"/>
              <a:t>11/11/2021</a:t>
            </a:fld>
            <a:endParaRPr lang="en-US"/>
          </a:p>
        </p:txBody>
      </p:sp>
      <p:sp>
        <p:nvSpPr>
          <p:cNvPr id="5" name="Footer Placeholder 4"/>
          <p:cNvSpPr>
            <a:spLocks noGrp="1"/>
          </p:cNvSpPr>
          <p:nvPr>
            <p:ph type="ftr" sz="quarter" idx="11"/>
          </p:nvPr>
        </p:nvSpPr>
        <p:spPr/>
        <p:txBody>
          <a:bodyPr/>
          <a:lstStyle/>
          <a:p>
            <a:endParaRPr lang="en-US"/>
          </a:p>
        </p:txBody>
      </p:sp>
      <p:sp>
        <p:nvSpPr>
          <p:cNvPr id="32" name="Rectangle 3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293355FA-DA25-47EA-8DD9-469509701BF2}" type="slidenum">
              <a:rPr lang="en-US" smtClean="0"/>
              <a:t>‹#›</a:t>
            </a:fld>
            <a:endParaRPr lang="en-US"/>
          </a:p>
        </p:txBody>
      </p:sp>
    </p:spTree>
    <p:extLst>
      <p:ext uri="{BB962C8B-B14F-4D97-AF65-F5344CB8AC3E}">
        <p14:creationId xmlns:p14="http://schemas.microsoft.com/office/powerpoint/2010/main" val="25776206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18" name="Group 17"/>
          <p:cNvGrpSpPr/>
          <p:nvPr/>
        </p:nvGrpSpPr>
        <p:grpSpPr>
          <a:xfrm>
            <a:off x="0" y="-2373"/>
            <a:ext cx="12192000" cy="6867027"/>
            <a:chOff x="0" y="-2373"/>
            <a:chExt cx="12192000" cy="6867027"/>
          </a:xfrm>
        </p:grpSpPr>
        <p:sp>
          <p:nvSpPr>
            <p:cNvPr id="10" name="Rectangle 9"/>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1"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4" y="5033068"/>
            <a:ext cx="8825659"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A4E00EE-49D9-4CDA-BD05-85520E6FD66C}" type="datetimeFigureOut">
              <a:rPr lang="en-US" smtClean="0"/>
              <a:t>11/11/2021</a:t>
            </a:fld>
            <a:endParaRPr lang="en-US"/>
          </a:p>
        </p:txBody>
      </p:sp>
      <p:sp>
        <p:nvSpPr>
          <p:cNvPr id="5" name="Footer Placeholder 4"/>
          <p:cNvSpPr>
            <a:spLocks noGrp="1"/>
          </p:cNvSpPr>
          <p:nvPr>
            <p:ph type="ftr" sz="quarter" idx="11"/>
          </p:nvPr>
        </p:nvSpPr>
        <p:spPr/>
        <p:txBody>
          <a:bodyPr/>
          <a:lstStyle/>
          <a:p>
            <a:endParaRPr lang="en-US"/>
          </a:p>
        </p:txBody>
      </p:sp>
      <p:sp>
        <p:nvSpPr>
          <p:cNvPr id="12" name="Rectangle 1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293355FA-DA25-47EA-8DD9-469509701BF2}" type="slidenum">
              <a:rPr lang="en-US" smtClean="0"/>
              <a:t>‹#›</a:t>
            </a:fld>
            <a:endParaRPr lang="en-US"/>
          </a:p>
        </p:txBody>
      </p:sp>
    </p:spTree>
    <p:extLst>
      <p:ext uri="{BB962C8B-B14F-4D97-AF65-F5344CB8AC3E}">
        <p14:creationId xmlns:p14="http://schemas.microsoft.com/office/powerpoint/2010/main" val="20434598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en-US" smtClean="0"/>
              <a:t>Click to edit Master title style</a:t>
            </a:r>
            <a:endParaRPr lang="en-US" dirty="0"/>
          </a:p>
        </p:txBody>
      </p:sp>
      <p:sp>
        <p:nvSpPr>
          <p:cNvPr id="3" name="Text Placeholder 2"/>
          <p:cNvSpPr>
            <a:spLocks noGrp="1"/>
          </p:cNvSpPr>
          <p:nvPr>
            <p:ph type="body" idx="1"/>
          </p:nvPr>
        </p:nvSpPr>
        <p:spPr>
          <a:xfrm>
            <a:off x="1154954" y="2617299"/>
            <a:ext cx="312916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6" name="Text Placeholder 3"/>
          <p:cNvSpPr>
            <a:spLocks noGrp="1"/>
          </p:cNvSpPr>
          <p:nvPr>
            <p:ph type="body" sz="half" idx="15"/>
          </p:nvPr>
        </p:nvSpPr>
        <p:spPr>
          <a:xfrm>
            <a:off x="1154954" y="3193561"/>
            <a:ext cx="3129168" cy="283349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4512721" y="2603502"/>
            <a:ext cx="314538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9" name="Text Placeholder 3"/>
          <p:cNvSpPr>
            <a:spLocks noGrp="1"/>
          </p:cNvSpPr>
          <p:nvPr>
            <p:ph type="body" sz="half" idx="16"/>
          </p:nvPr>
        </p:nvSpPr>
        <p:spPr>
          <a:xfrm>
            <a:off x="4512721" y="3193561"/>
            <a:ext cx="3145380" cy="283349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886700" y="2617299"/>
            <a:ext cx="3161029" cy="576261"/>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0" name="Text Placeholder 3"/>
          <p:cNvSpPr>
            <a:spLocks noGrp="1"/>
          </p:cNvSpPr>
          <p:nvPr>
            <p:ph type="body" sz="half" idx="17"/>
          </p:nvPr>
        </p:nvSpPr>
        <p:spPr>
          <a:xfrm>
            <a:off x="7886700" y="3193561"/>
            <a:ext cx="3164719" cy="28334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22" name="Straight Connector 21"/>
          <p:cNvCxnSpPr/>
          <p:nvPr/>
        </p:nvCxnSpPr>
        <p:spPr>
          <a:xfrm>
            <a:off x="4403971" y="2569633"/>
            <a:ext cx="0" cy="3492499"/>
          </a:xfrm>
          <a:prstGeom prst="line">
            <a:avLst/>
          </a:prstGeom>
          <a:ln w="12700" cmpd="sng">
            <a:solidFill>
              <a:schemeClr val="accent1">
                <a:alpha val="41000"/>
              </a:schemeClr>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a:off x="7772401" y="2569633"/>
            <a:ext cx="0" cy="3492499"/>
          </a:xfrm>
          <a:prstGeom prst="line">
            <a:avLst/>
          </a:prstGeom>
          <a:ln w="12700" cmpd="sng">
            <a:solidFill>
              <a:schemeClr val="accent1">
                <a:alpha val="41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2A4E00EE-49D9-4CDA-BD05-85520E6FD66C}" type="datetimeFigureOut">
              <a:rPr lang="en-US" smtClean="0"/>
              <a:t>11/11/2021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93355FA-DA25-47EA-8DD9-469509701BF2}" type="slidenum">
              <a:rPr lang="en-US" smtClean="0"/>
              <a:t>‹#›</a:t>
            </a:fld>
            <a:endParaRPr lang="en-US"/>
          </a:p>
        </p:txBody>
      </p:sp>
    </p:spTree>
    <p:extLst>
      <p:ext uri="{BB962C8B-B14F-4D97-AF65-F5344CB8AC3E}">
        <p14:creationId xmlns:p14="http://schemas.microsoft.com/office/powerpoint/2010/main" val="192655689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en-US" smtClean="0"/>
              <a:t>Click to edit Master title style</a:t>
            </a:r>
            <a:endParaRPr lang="en-US" dirty="0"/>
          </a:p>
        </p:txBody>
      </p:sp>
      <p:sp>
        <p:nvSpPr>
          <p:cNvPr id="3" name="Text Placeholder 2"/>
          <p:cNvSpPr>
            <a:spLocks noGrp="1"/>
          </p:cNvSpPr>
          <p:nvPr>
            <p:ph type="body" idx="1"/>
          </p:nvPr>
        </p:nvSpPr>
        <p:spPr>
          <a:xfrm>
            <a:off x="1154952" y="4532845"/>
            <a:ext cx="305043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9" name="Picture Placeholder 2"/>
          <p:cNvSpPr>
            <a:spLocks noGrp="1" noChangeAspect="1"/>
          </p:cNvSpPr>
          <p:nvPr>
            <p:ph type="pic" idx="15"/>
          </p:nvPr>
        </p:nvSpPr>
        <p:spPr>
          <a:xfrm>
            <a:off x="1334552"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2" name="Text Placeholder 3"/>
          <p:cNvSpPr>
            <a:spLocks noGrp="1"/>
          </p:cNvSpPr>
          <p:nvPr>
            <p:ph type="body" sz="half" idx="18"/>
          </p:nvPr>
        </p:nvSpPr>
        <p:spPr>
          <a:xfrm>
            <a:off x="1154953" y="5109107"/>
            <a:ext cx="3050437" cy="91794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4572537" y="4532846"/>
            <a:ext cx="3046766" cy="651156"/>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30" name="Picture Placeholder 2"/>
          <p:cNvSpPr>
            <a:spLocks noGrp="1" noChangeAspect="1"/>
          </p:cNvSpPr>
          <p:nvPr>
            <p:ph type="pic" idx="21"/>
          </p:nvPr>
        </p:nvSpPr>
        <p:spPr>
          <a:xfrm>
            <a:off x="4748463" y="2603500"/>
            <a:ext cx="2691241"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9"/>
          </p:nvPr>
        </p:nvSpPr>
        <p:spPr>
          <a:xfrm>
            <a:off x="4568865" y="5184002"/>
            <a:ext cx="3050438" cy="84305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983434" y="4532847"/>
            <a:ext cx="3050438" cy="651154"/>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31"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20"/>
          </p:nvPr>
        </p:nvSpPr>
        <p:spPr>
          <a:xfrm>
            <a:off x="7983434" y="5184001"/>
            <a:ext cx="3050437" cy="843054"/>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7" name="Straight Connector 16"/>
          <p:cNvCxnSpPr/>
          <p:nvPr/>
        </p:nvCxnSpPr>
        <p:spPr>
          <a:xfrm>
            <a:off x="4388153" y="2603500"/>
            <a:ext cx="0" cy="3517594"/>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801905" y="2603500"/>
            <a:ext cx="0" cy="34925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2A4E00EE-49D9-4CDA-BD05-85520E6FD66C}" type="datetimeFigureOut">
              <a:rPr lang="en-US" smtClean="0"/>
              <a:t>11/11/2021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93355FA-DA25-47EA-8DD9-469509701BF2}" type="slidenum">
              <a:rPr lang="en-US" smtClean="0"/>
              <a:t>‹#›</a:t>
            </a:fld>
            <a:endParaRPr lang="en-US"/>
          </a:p>
        </p:txBody>
      </p:sp>
    </p:spTree>
    <p:extLst>
      <p:ext uri="{BB962C8B-B14F-4D97-AF65-F5344CB8AC3E}">
        <p14:creationId xmlns:p14="http://schemas.microsoft.com/office/powerpoint/2010/main" val="120354347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3" y="973668"/>
            <a:ext cx="8825660" cy="706964"/>
          </a:xfrm>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A4E00EE-49D9-4CDA-BD05-85520E6FD66C}" type="datetimeFigureOut">
              <a:rPr lang="en-US" smtClean="0"/>
              <a:t>11/11/2021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3355FA-DA25-47EA-8DD9-469509701BF2}" type="slidenum">
              <a:rPr lang="en-US" smtClean="0"/>
              <a:t>‹#›</a:t>
            </a:fld>
            <a:endParaRPr lang="en-US"/>
          </a:p>
        </p:txBody>
      </p:sp>
    </p:spTree>
    <p:extLst>
      <p:ext uri="{BB962C8B-B14F-4D97-AF65-F5344CB8AC3E}">
        <p14:creationId xmlns:p14="http://schemas.microsoft.com/office/powerpoint/2010/main" val="267579308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19" name="Group 18"/>
          <p:cNvGrpSpPr/>
          <p:nvPr/>
        </p:nvGrpSpPr>
        <p:grpSpPr>
          <a:xfrm>
            <a:off x="0" y="-2373"/>
            <a:ext cx="12192000" cy="6867027"/>
            <a:chOff x="0" y="-2373"/>
            <a:chExt cx="12192000" cy="6867027"/>
          </a:xfrm>
        </p:grpSpPr>
        <p:sp>
          <p:nvSpPr>
            <p:cNvPr id="11" name="Rectangle 10"/>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Rectangle 7"/>
            <p:cNvSpPr/>
            <p:nvPr/>
          </p:nvSpPr>
          <p:spPr>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76756" y="1278468"/>
            <a:ext cx="1413933" cy="4748589"/>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54954" y="1278468"/>
            <a:ext cx="6247546" cy="474859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A4E00EE-49D9-4CDA-BD05-85520E6FD66C}" type="datetimeFigureOut">
              <a:rPr lang="en-US" smtClean="0"/>
              <a:t>11/11/2021</a:t>
            </a:fld>
            <a:endParaRPr lang="en-US"/>
          </a:p>
        </p:txBody>
      </p:sp>
      <p:sp>
        <p:nvSpPr>
          <p:cNvPr id="5" name="Footer Placeholder 4"/>
          <p:cNvSpPr>
            <a:spLocks noGrp="1"/>
          </p:cNvSpPr>
          <p:nvPr>
            <p:ph type="ftr" sz="quarter" idx="11"/>
          </p:nvPr>
        </p:nvSpPr>
        <p:spPr/>
        <p:txBody>
          <a:bodyPr/>
          <a:lstStyle/>
          <a:p>
            <a:endParaRPr lang="en-US"/>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293355FA-DA25-47EA-8DD9-469509701BF2}" type="slidenum">
              <a:rPr lang="en-US" smtClean="0"/>
              <a:t>‹#›</a:t>
            </a:fld>
            <a:endParaRPr lang="en-US"/>
          </a:p>
        </p:txBody>
      </p:sp>
    </p:spTree>
    <p:extLst>
      <p:ext uri="{BB962C8B-B14F-4D97-AF65-F5344CB8AC3E}">
        <p14:creationId xmlns:p14="http://schemas.microsoft.com/office/powerpoint/2010/main" val="14836644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9" name="Group 8"/>
          <p:cNvGrpSpPr/>
          <p:nvPr/>
        </p:nvGrpSpPr>
        <p:grpSpPr>
          <a:xfrm>
            <a:off x="0" y="-2373"/>
            <a:ext cx="12192000" cy="6867027"/>
            <a:chOff x="0" y="-2373"/>
            <a:chExt cx="12192000" cy="6867027"/>
          </a:xfrm>
        </p:grpSpPr>
        <p:sp>
          <p:nvSpPr>
            <p:cNvPr id="26" name="Rectangle 25"/>
            <p:cNvSpPr/>
            <p:nvPr/>
          </p:nvSpPr>
          <p:spPr>
            <a:xfrm>
              <a:off x="0" y="0"/>
              <a:ext cx="12192000" cy="6858000"/>
            </a:xfrm>
            <a:prstGeom prst="rect">
              <a:avLst/>
            </a:prstGeom>
            <a:blipFill>
              <a:blip r:embed="rId19">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20"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21"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3" y="973668"/>
            <a:ext cx="8761413" cy="706964"/>
          </a:xfrm>
          <a:prstGeom prst="rect">
            <a:avLst/>
          </a:prstGeom>
        </p:spPr>
        <p:txBody>
          <a:bodyPr vert="horz" lIns="91440" tIns="45720" rIns="91440" bIns="45720" rtlCol="0" anchor="ctr">
            <a:noAutofit/>
          </a:bodyPr>
          <a:lstStyle/>
          <a:p>
            <a:r>
              <a:rPr lang="en-US" smtClean="0"/>
              <a:t>Click to edit Master title style</a:t>
            </a:r>
            <a:endParaRPr lang="en-US" dirty="0"/>
          </a:p>
        </p:txBody>
      </p:sp>
      <p:sp>
        <p:nvSpPr>
          <p:cNvPr id="3" name="Text Placeholder 2"/>
          <p:cNvSpPr>
            <a:spLocks noGrp="1"/>
          </p:cNvSpPr>
          <p:nvPr>
            <p:ph type="body" idx="1"/>
          </p:nvPr>
        </p:nvSpPr>
        <p:spPr>
          <a:xfrm>
            <a:off x="1154955" y="2603500"/>
            <a:ext cx="8761412" cy="34163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650938" y="6394061"/>
            <a:ext cx="990599" cy="304799"/>
          </a:xfrm>
          <a:prstGeom prst="rect">
            <a:avLst/>
          </a:prstGeom>
        </p:spPr>
        <p:txBody>
          <a:bodyPr vert="horz" lIns="91440" tIns="45720" rIns="91440" bIns="45720" rtlCol="0" anchor="t"/>
          <a:lstStyle>
            <a:lvl1pPr algn="r">
              <a:defRPr sz="1000" b="1" i="0">
                <a:solidFill>
                  <a:schemeClr val="accent1"/>
                </a:solidFill>
              </a:defRPr>
            </a:lvl1pPr>
          </a:lstStyle>
          <a:p>
            <a:fld id="{2A4E00EE-49D9-4CDA-BD05-85520E6FD66C}" type="datetimeFigureOut">
              <a:rPr lang="en-US" smtClean="0"/>
              <a:t>11/11/2021</a:t>
            </a:fld>
            <a:endParaRPr lang="en-US"/>
          </a:p>
        </p:txBody>
      </p:sp>
      <p:sp>
        <p:nvSpPr>
          <p:cNvPr id="5" name="Footer Placeholder 4"/>
          <p:cNvSpPr>
            <a:spLocks noGrp="1"/>
          </p:cNvSpPr>
          <p:nvPr>
            <p:ph type="ftr" sz="quarter" idx="3"/>
          </p:nvPr>
        </p:nvSpPr>
        <p:spPr>
          <a:xfrm>
            <a:off x="528358" y="6391838"/>
            <a:ext cx="3859795" cy="304801"/>
          </a:xfrm>
          <a:prstGeom prst="rect">
            <a:avLst/>
          </a:prstGeom>
        </p:spPr>
        <p:txBody>
          <a:bodyPr vert="horz" lIns="91440" tIns="45720" rIns="91440" bIns="45720" rtlCol="0" anchor="b"/>
          <a:lstStyle>
            <a:lvl1pPr algn="l">
              <a:defRPr sz="1000" b="1" i="0">
                <a:solidFill>
                  <a:schemeClr val="accent1"/>
                </a:solidFill>
                <a:latin typeface="+mn-lt"/>
              </a:defRPr>
            </a:lvl1pPr>
          </a:lstStyle>
          <a:p>
            <a:endParaRPr lang="en-US"/>
          </a:p>
        </p:txBody>
      </p:sp>
      <p:sp>
        <p:nvSpPr>
          <p:cNvPr id="22" name="Rectangle 2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bg1"/>
                </a:solidFill>
                <a:latin typeface="+mn-lt"/>
              </a:defRPr>
            </a:lvl1pPr>
          </a:lstStyle>
          <a:p>
            <a:fld id="{293355FA-DA25-47EA-8DD9-469509701BF2}" type="slidenum">
              <a:rPr lang="en-US" smtClean="0"/>
              <a:t>‹#›</a:t>
            </a:fld>
            <a:endParaRPr lang="en-US"/>
          </a:p>
        </p:txBody>
      </p:sp>
    </p:spTree>
    <p:extLst>
      <p:ext uri="{BB962C8B-B14F-4D97-AF65-F5344CB8AC3E}">
        <p14:creationId xmlns:p14="http://schemas.microsoft.com/office/powerpoint/2010/main" val="1853581562"/>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 id="2147483713"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95400" y="248984"/>
            <a:ext cx="9144000" cy="2387600"/>
          </a:xfrm>
        </p:spPr>
        <p:txBody>
          <a:bodyPr/>
          <a:lstStyle/>
          <a:p>
            <a:r>
              <a:rPr lang="en-US" b="1" dirty="0"/>
              <a:t>Financial Action Task Force</a:t>
            </a:r>
          </a:p>
        </p:txBody>
      </p:sp>
      <p:sp>
        <p:nvSpPr>
          <p:cNvPr id="3" name="Subtitle 2"/>
          <p:cNvSpPr>
            <a:spLocks noGrp="1"/>
          </p:cNvSpPr>
          <p:nvPr>
            <p:ph type="subTitle" idx="1"/>
          </p:nvPr>
        </p:nvSpPr>
        <p:spPr>
          <a:xfrm>
            <a:off x="1524000" y="2459736"/>
            <a:ext cx="9144000" cy="4398264"/>
          </a:xfrm>
        </p:spPr>
        <p:txBody>
          <a:bodyPr/>
          <a:lstStyle/>
          <a:p>
            <a:endParaRPr lang="en-US" dirty="0"/>
          </a:p>
        </p:txBody>
      </p:sp>
      <p:pic>
        <p:nvPicPr>
          <p:cNvPr id="4" name="Picture 3"/>
          <p:cNvPicPr>
            <a:picLocks noChangeAspect="1"/>
          </p:cNvPicPr>
          <p:nvPr/>
        </p:nvPicPr>
        <p:blipFill>
          <a:blip r:embed="rId2"/>
          <a:stretch>
            <a:fillRect/>
          </a:stretch>
        </p:blipFill>
        <p:spPr>
          <a:xfrm>
            <a:off x="3648455" y="2532888"/>
            <a:ext cx="4700017" cy="3690366"/>
          </a:xfrm>
          <a:prstGeom prst="rect">
            <a:avLst/>
          </a:prstGeom>
        </p:spPr>
      </p:pic>
    </p:spTree>
    <p:extLst>
      <p:ext uri="{BB962C8B-B14F-4D97-AF65-F5344CB8AC3E}">
        <p14:creationId xmlns:p14="http://schemas.microsoft.com/office/powerpoint/2010/main" val="197042912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1" dirty="0" smtClean="0"/>
              <a:t>ABOUT FATF</a:t>
            </a:r>
            <a:endParaRPr lang="en-US" sz="4000" b="1" dirty="0"/>
          </a:p>
        </p:txBody>
      </p:sp>
      <p:sp>
        <p:nvSpPr>
          <p:cNvPr id="3" name="Content Placeholder 2"/>
          <p:cNvSpPr>
            <a:spLocks noGrp="1"/>
          </p:cNvSpPr>
          <p:nvPr>
            <p:ph idx="1"/>
          </p:nvPr>
        </p:nvSpPr>
        <p:spPr/>
        <p:txBody>
          <a:bodyPr/>
          <a:lstStyle/>
          <a:p>
            <a:r>
              <a:rPr lang="en-US" sz="2000" dirty="0"/>
              <a:t>ATF was formed by the 1989 G7 Summit in Paris to combat the growing problem of money laundering. </a:t>
            </a:r>
            <a:endParaRPr lang="en-US" sz="2000" dirty="0" smtClean="0"/>
          </a:p>
          <a:p>
            <a:r>
              <a:rPr lang="en-US" sz="2000" dirty="0" smtClean="0"/>
              <a:t>The </a:t>
            </a:r>
            <a:r>
              <a:rPr lang="en-US" sz="2000" dirty="0"/>
              <a:t>task force was charged with studying money laundering trends, monitoring legislative, financial and law enforcement activities taken at the national and international level, reporting on compliance, and issuing recommendations and standards to combat money laundering. </a:t>
            </a:r>
            <a:endParaRPr lang="en-US" sz="2000" dirty="0" smtClean="0"/>
          </a:p>
          <a:p>
            <a:r>
              <a:rPr lang="en-US" sz="2000" dirty="0" smtClean="0"/>
              <a:t>At </a:t>
            </a:r>
            <a:r>
              <a:rPr lang="en-US" sz="2000" dirty="0"/>
              <a:t>the time of its formation, FATF had 16 members, which by 2021 had grown to 39.[8]</a:t>
            </a:r>
          </a:p>
          <a:p>
            <a:endParaRPr lang="en-US" dirty="0"/>
          </a:p>
        </p:txBody>
      </p:sp>
    </p:spTree>
    <p:extLst>
      <p:ext uri="{BB962C8B-B14F-4D97-AF65-F5344CB8AC3E}">
        <p14:creationId xmlns:p14="http://schemas.microsoft.com/office/powerpoint/2010/main" val="245885404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ABOUT </a:t>
            </a:r>
            <a:r>
              <a:rPr lang="en-US" b="1" dirty="0" smtClean="0"/>
              <a:t>FATF </a:t>
            </a:r>
            <a:r>
              <a:rPr lang="en-US" b="1" dirty="0" err="1" smtClean="0"/>
              <a:t>Cont</a:t>
            </a:r>
            <a:endParaRPr lang="en-US" dirty="0"/>
          </a:p>
        </p:txBody>
      </p:sp>
      <p:sp>
        <p:nvSpPr>
          <p:cNvPr id="3" name="Content Placeholder 2"/>
          <p:cNvSpPr>
            <a:spLocks noGrp="1"/>
          </p:cNvSpPr>
          <p:nvPr>
            <p:ph idx="1"/>
          </p:nvPr>
        </p:nvSpPr>
        <p:spPr/>
        <p:txBody>
          <a:bodyPr>
            <a:normAutofit/>
          </a:bodyPr>
          <a:lstStyle/>
          <a:p>
            <a:r>
              <a:rPr lang="en-US" sz="2800" dirty="0"/>
              <a:t>In its first year, FATF issued a report containing forty recommendations to more effectively fight money laundering. These standards were revised in 2003 to reflect evolving patterns and techniques in money laundering.</a:t>
            </a:r>
          </a:p>
          <a:p>
            <a:r>
              <a:rPr lang="en-US" sz="2800" b="1" dirty="0"/>
              <a:t>With more than 200 countries and jurisdictions committed to implementing them</a:t>
            </a:r>
            <a:endParaRPr lang="en-US" sz="2800" b="1" dirty="0"/>
          </a:p>
        </p:txBody>
      </p:sp>
    </p:spTree>
    <p:extLst>
      <p:ext uri="{BB962C8B-B14F-4D97-AF65-F5344CB8AC3E}">
        <p14:creationId xmlns:p14="http://schemas.microsoft.com/office/powerpoint/2010/main" val="183343171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8993" y="649224"/>
            <a:ext cx="8837374" cy="1031408"/>
          </a:xfrm>
        </p:spPr>
        <p:txBody>
          <a:bodyPr/>
          <a:lstStyle/>
          <a:p>
            <a:r>
              <a:rPr lang="en-US" sz="4400" b="1" dirty="0" smtClean="0"/>
              <a:t/>
            </a:r>
            <a:br>
              <a:rPr lang="en-US" sz="4400" b="1" dirty="0" smtClean="0"/>
            </a:br>
            <a:r>
              <a:rPr lang="en-US" sz="4400" b="1" dirty="0" smtClean="0"/>
              <a:t>What </a:t>
            </a:r>
            <a:r>
              <a:rPr lang="en-US" sz="4400" b="1" dirty="0"/>
              <a:t>does the FATF do?</a:t>
            </a:r>
            <a:br>
              <a:rPr lang="en-US" sz="4400" b="1" dirty="0"/>
            </a:br>
            <a:endParaRPr lang="en-US" sz="4400" b="1" dirty="0"/>
          </a:p>
        </p:txBody>
      </p:sp>
      <p:sp>
        <p:nvSpPr>
          <p:cNvPr id="3" name="Content Placeholder 2"/>
          <p:cNvSpPr>
            <a:spLocks noGrp="1"/>
          </p:cNvSpPr>
          <p:nvPr>
            <p:ph idx="1"/>
          </p:nvPr>
        </p:nvSpPr>
        <p:spPr>
          <a:xfrm>
            <a:off x="1154954" y="2603500"/>
            <a:ext cx="10521933" cy="3943604"/>
          </a:xfrm>
        </p:spPr>
        <p:txBody>
          <a:bodyPr/>
          <a:lstStyle/>
          <a:p>
            <a:r>
              <a:rPr lang="en-US" sz="2400" dirty="0" smtClean="0"/>
              <a:t> </a:t>
            </a:r>
            <a:r>
              <a:rPr lang="en-US" sz="2800" b="1" dirty="0"/>
              <a:t>Sets international standards to combat money laundering and terrorist financing.</a:t>
            </a:r>
          </a:p>
          <a:p>
            <a:r>
              <a:rPr lang="en-US" sz="2800" b="1" dirty="0" smtClean="0"/>
              <a:t>Assesses </a:t>
            </a:r>
            <a:r>
              <a:rPr lang="en-US" sz="2800" b="1" dirty="0"/>
              <a:t>and monitors compliance with the FATF standards.</a:t>
            </a:r>
          </a:p>
          <a:p>
            <a:r>
              <a:rPr lang="en-US" sz="2800" b="1" dirty="0" smtClean="0"/>
              <a:t>Conducts </a:t>
            </a:r>
            <a:r>
              <a:rPr lang="en-US" sz="2800" b="1" dirty="0"/>
              <a:t>typologies studies of money laundering and terrorist financing methods, trends and techniques.</a:t>
            </a:r>
          </a:p>
          <a:p>
            <a:r>
              <a:rPr lang="en-US" sz="2800" b="1" dirty="0" smtClean="0"/>
              <a:t>Responds </a:t>
            </a:r>
            <a:r>
              <a:rPr lang="en-US" sz="2800" b="1" dirty="0"/>
              <a:t>to new and emerging threats, such as proliferation financing</a:t>
            </a:r>
            <a:r>
              <a:rPr lang="en-US" sz="2000" b="1" dirty="0"/>
              <a:t>.</a:t>
            </a:r>
          </a:p>
        </p:txBody>
      </p:sp>
    </p:spTree>
    <p:extLst>
      <p:ext uri="{BB962C8B-B14F-4D97-AF65-F5344CB8AC3E}">
        <p14:creationId xmlns:p14="http://schemas.microsoft.com/office/powerpoint/2010/main" val="41569239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RECOMMENDATIONS</a:t>
            </a:r>
            <a:endParaRPr lang="en-US" b="1" dirty="0"/>
          </a:p>
        </p:txBody>
      </p:sp>
      <p:sp>
        <p:nvSpPr>
          <p:cNvPr id="3" name="Content Placeholder 2"/>
          <p:cNvSpPr>
            <a:spLocks noGrp="1"/>
          </p:cNvSpPr>
          <p:nvPr>
            <p:ph idx="1"/>
          </p:nvPr>
        </p:nvSpPr>
        <p:spPr>
          <a:xfrm>
            <a:off x="1154954" y="2603500"/>
            <a:ext cx="10384773" cy="4071620"/>
          </a:xfrm>
        </p:spPr>
        <p:txBody>
          <a:bodyPr>
            <a:noAutofit/>
          </a:bodyPr>
          <a:lstStyle/>
          <a:p>
            <a:r>
              <a:rPr lang="en-US" sz="2400" b="1" dirty="0" smtClean="0"/>
              <a:t>Recommendation 1: Assessing risks and applying a risk-based approach *	</a:t>
            </a:r>
          </a:p>
          <a:p>
            <a:r>
              <a:rPr lang="en-US" sz="2400" b="1" dirty="0" smtClean="0"/>
              <a:t>Recommendation 2: National cooperation and coordination	</a:t>
            </a:r>
          </a:p>
          <a:p>
            <a:r>
              <a:rPr lang="en-US" sz="2400" b="1" dirty="0" smtClean="0"/>
              <a:t>Recommendation 3: Money laundering offence	</a:t>
            </a:r>
          </a:p>
          <a:p>
            <a:r>
              <a:rPr lang="en-US" sz="2400" b="1" dirty="0" smtClean="0"/>
              <a:t>Recommendation 4: Confiscation and provisional measures	</a:t>
            </a:r>
          </a:p>
          <a:p>
            <a:r>
              <a:rPr lang="en-US" sz="2400" b="1" dirty="0" smtClean="0"/>
              <a:t>Recommendation 5: Terrorist financing offence	</a:t>
            </a:r>
          </a:p>
          <a:p>
            <a:r>
              <a:rPr lang="en-US" sz="2400" b="1" dirty="0" smtClean="0"/>
              <a:t>Recommendation 6: Targeted financial sanctions related to terrorism and terrorist financing	</a:t>
            </a:r>
            <a:r>
              <a:rPr lang="en-US" sz="2000" dirty="0" smtClean="0"/>
              <a:t>	</a:t>
            </a:r>
          </a:p>
        </p:txBody>
      </p:sp>
    </p:spTree>
    <p:extLst>
      <p:ext uri="{BB962C8B-B14F-4D97-AF65-F5344CB8AC3E}">
        <p14:creationId xmlns:p14="http://schemas.microsoft.com/office/powerpoint/2010/main" val="57181394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RECOMMENDATIONS</a:t>
            </a:r>
            <a:endParaRPr lang="en-US" dirty="0"/>
          </a:p>
        </p:txBody>
      </p:sp>
      <p:sp>
        <p:nvSpPr>
          <p:cNvPr id="3" name="Content Placeholder 2"/>
          <p:cNvSpPr>
            <a:spLocks noGrp="1"/>
          </p:cNvSpPr>
          <p:nvPr>
            <p:ph idx="1"/>
          </p:nvPr>
        </p:nvSpPr>
        <p:spPr>
          <a:xfrm>
            <a:off x="1154954" y="2603500"/>
            <a:ext cx="10229325" cy="4016756"/>
          </a:xfrm>
        </p:spPr>
        <p:txBody>
          <a:bodyPr>
            <a:normAutofit/>
          </a:bodyPr>
          <a:lstStyle/>
          <a:p>
            <a:r>
              <a:rPr lang="en-US" sz="2400" b="1" dirty="0" smtClean="0"/>
              <a:t>Recommendation 7: Targeted financial sanctions related to proliferation	</a:t>
            </a:r>
          </a:p>
          <a:p>
            <a:r>
              <a:rPr lang="en-US" sz="2400" b="1" dirty="0" smtClean="0"/>
              <a:t>Recommendation 8: Non-profit </a:t>
            </a:r>
            <a:r>
              <a:rPr lang="en-US" sz="2400" b="1" dirty="0" err="1" smtClean="0"/>
              <a:t>organisations</a:t>
            </a:r>
            <a:r>
              <a:rPr lang="en-US" sz="2400" b="1" dirty="0" smtClean="0"/>
              <a:t>	</a:t>
            </a:r>
          </a:p>
          <a:p>
            <a:r>
              <a:rPr lang="en-US" sz="2400" b="1" dirty="0" smtClean="0"/>
              <a:t>Recommendation 9: Financial institution secrecy laws	</a:t>
            </a:r>
          </a:p>
          <a:p>
            <a:r>
              <a:rPr lang="en-US" sz="2400" b="1" dirty="0" smtClean="0"/>
              <a:t>Recommendation 10: Customer due diligence	</a:t>
            </a:r>
          </a:p>
          <a:p>
            <a:r>
              <a:rPr lang="en-US" sz="2400" b="1" dirty="0" smtClean="0"/>
              <a:t>Recommendation 11: Record-keeping	</a:t>
            </a:r>
          </a:p>
          <a:p>
            <a:r>
              <a:rPr lang="en-US" sz="2400" b="1" dirty="0" smtClean="0"/>
              <a:t>Recommendation 12: Politically exposed persons	</a:t>
            </a:r>
          </a:p>
          <a:p>
            <a:r>
              <a:rPr lang="en-US" sz="2400" b="1" dirty="0" smtClean="0"/>
              <a:t>Recommendation 13: Correspondent banking</a:t>
            </a:r>
            <a:endParaRPr lang="en-US" sz="2400" b="1" dirty="0"/>
          </a:p>
        </p:txBody>
      </p:sp>
    </p:spTree>
    <p:extLst>
      <p:ext uri="{BB962C8B-B14F-4D97-AF65-F5344CB8AC3E}">
        <p14:creationId xmlns:p14="http://schemas.microsoft.com/office/powerpoint/2010/main" val="343987272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RECOMMENDATIONS</a:t>
            </a:r>
            <a:endParaRPr lang="en-US" dirty="0"/>
          </a:p>
        </p:txBody>
      </p:sp>
      <p:sp>
        <p:nvSpPr>
          <p:cNvPr id="3" name="Content Placeholder 2"/>
          <p:cNvSpPr>
            <a:spLocks noGrp="1"/>
          </p:cNvSpPr>
          <p:nvPr>
            <p:ph idx="1"/>
          </p:nvPr>
        </p:nvSpPr>
        <p:spPr/>
        <p:txBody>
          <a:bodyPr>
            <a:normAutofit fontScale="77500" lnSpcReduction="20000"/>
          </a:bodyPr>
          <a:lstStyle/>
          <a:p>
            <a:r>
              <a:rPr lang="en-US" sz="3600" b="1" dirty="0" smtClean="0"/>
              <a:t>Recommendation 14: Money or value transfer services	</a:t>
            </a:r>
          </a:p>
          <a:p>
            <a:r>
              <a:rPr lang="en-US" sz="3600" b="1" dirty="0" smtClean="0"/>
              <a:t>Recommendation 15: New technologies	</a:t>
            </a:r>
          </a:p>
          <a:p>
            <a:r>
              <a:rPr lang="en-US" sz="3600" b="1" dirty="0" smtClean="0"/>
              <a:t>Recommendation 16: Wire transfers	</a:t>
            </a:r>
          </a:p>
          <a:p>
            <a:r>
              <a:rPr lang="en-US" sz="3600" b="1" dirty="0" smtClean="0"/>
              <a:t>Recommendation 17: Reliance on third parties	</a:t>
            </a:r>
          </a:p>
          <a:p>
            <a:r>
              <a:rPr lang="en-US" sz="3600" b="1" dirty="0" smtClean="0"/>
              <a:t>Recommendation 18: Internal controls and foreign branches and subsidiaries</a:t>
            </a:r>
            <a:r>
              <a:rPr lang="en-US" sz="3600" dirty="0" smtClean="0"/>
              <a:t>	</a:t>
            </a:r>
            <a:r>
              <a:rPr lang="en-US" dirty="0" smtClean="0"/>
              <a:t>	</a:t>
            </a:r>
          </a:p>
          <a:p>
            <a:endParaRPr lang="en-US" dirty="0"/>
          </a:p>
        </p:txBody>
      </p:sp>
    </p:spTree>
    <p:extLst>
      <p:ext uri="{BB962C8B-B14F-4D97-AF65-F5344CB8AC3E}">
        <p14:creationId xmlns:p14="http://schemas.microsoft.com/office/powerpoint/2010/main" val="288324178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RECOMMENDATIONS</a:t>
            </a:r>
            <a:endParaRPr lang="en-US" dirty="0"/>
          </a:p>
        </p:txBody>
      </p:sp>
      <p:sp>
        <p:nvSpPr>
          <p:cNvPr id="3" name="Content Placeholder 2"/>
          <p:cNvSpPr>
            <a:spLocks noGrp="1"/>
          </p:cNvSpPr>
          <p:nvPr>
            <p:ph idx="1"/>
          </p:nvPr>
        </p:nvSpPr>
        <p:spPr/>
        <p:txBody>
          <a:bodyPr>
            <a:normAutofit lnSpcReduction="10000"/>
          </a:bodyPr>
          <a:lstStyle/>
          <a:p>
            <a:r>
              <a:rPr lang="en-US" sz="3600" dirty="0" smtClean="0"/>
              <a:t>Recommendation 19: Higher-risk countries	</a:t>
            </a:r>
          </a:p>
          <a:p>
            <a:r>
              <a:rPr lang="en-US" sz="3600" dirty="0" smtClean="0"/>
              <a:t>Recommendation 20: Reporting of suspicious transactions	</a:t>
            </a:r>
          </a:p>
          <a:p>
            <a:r>
              <a:rPr lang="en-US" sz="3600" dirty="0" smtClean="0"/>
              <a:t>Recommendation 21: Tipping-off and confidentiality</a:t>
            </a:r>
            <a:endParaRPr lang="en-US" sz="3600" dirty="0"/>
          </a:p>
        </p:txBody>
      </p:sp>
    </p:spTree>
    <p:extLst>
      <p:ext uri="{BB962C8B-B14F-4D97-AF65-F5344CB8AC3E}">
        <p14:creationId xmlns:p14="http://schemas.microsoft.com/office/powerpoint/2010/main" val="93527850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RECOMMENDATIONS</a:t>
            </a:r>
            <a:endParaRPr lang="en-US" dirty="0"/>
          </a:p>
        </p:txBody>
      </p:sp>
      <p:sp>
        <p:nvSpPr>
          <p:cNvPr id="3" name="Content Placeholder 2"/>
          <p:cNvSpPr>
            <a:spLocks noGrp="1"/>
          </p:cNvSpPr>
          <p:nvPr>
            <p:ph idx="1"/>
          </p:nvPr>
        </p:nvSpPr>
        <p:spPr>
          <a:xfrm>
            <a:off x="1154954" y="2603500"/>
            <a:ext cx="10073877" cy="3989324"/>
          </a:xfrm>
        </p:spPr>
        <p:txBody>
          <a:bodyPr>
            <a:noAutofit/>
          </a:bodyPr>
          <a:lstStyle/>
          <a:p>
            <a:r>
              <a:rPr lang="en-US" sz="2400" b="1" dirty="0" smtClean="0"/>
              <a:t>Recommendation 22: DNFBPs: customer due diligence	</a:t>
            </a:r>
          </a:p>
          <a:p>
            <a:r>
              <a:rPr lang="en-US" sz="2400" b="1" dirty="0" smtClean="0"/>
              <a:t>Recommendation 23: DNFBPs: Other measures	</a:t>
            </a:r>
          </a:p>
          <a:p>
            <a:r>
              <a:rPr lang="en-US" sz="2400" b="1" dirty="0" smtClean="0"/>
              <a:t>Recommendation 24: Transparency and beneficial ownership of legal persons	</a:t>
            </a:r>
          </a:p>
          <a:p>
            <a:r>
              <a:rPr lang="en-US" sz="2400" b="1" dirty="0" smtClean="0"/>
              <a:t>Recommendation 25: Transparency and beneficial ownership of legal arrangements	</a:t>
            </a:r>
          </a:p>
          <a:p>
            <a:r>
              <a:rPr lang="en-US" sz="2400" b="1" dirty="0" smtClean="0"/>
              <a:t>Recommendation 26: Regulation and supervision of financial institutions	</a:t>
            </a:r>
          </a:p>
          <a:p>
            <a:r>
              <a:rPr lang="en-US" sz="2400" b="1" dirty="0" smtClean="0"/>
              <a:t>Recommendation 27: Powers of supervisors</a:t>
            </a:r>
            <a:r>
              <a:rPr lang="en-US" sz="1200" b="1" dirty="0" smtClean="0"/>
              <a:t>	</a:t>
            </a:r>
            <a:endParaRPr lang="en-US" sz="1200" b="1" dirty="0"/>
          </a:p>
        </p:txBody>
      </p:sp>
    </p:spTree>
    <p:extLst>
      <p:ext uri="{BB962C8B-B14F-4D97-AF65-F5344CB8AC3E}">
        <p14:creationId xmlns:p14="http://schemas.microsoft.com/office/powerpoint/2010/main" val="367546218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RECOMMENDATIONS</a:t>
            </a:r>
            <a:endParaRPr lang="en-US" dirty="0"/>
          </a:p>
        </p:txBody>
      </p:sp>
      <p:sp>
        <p:nvSpPr>
          <p:cNvPr id="3" name="Content Placeholder 2"/>
          <p:cNvSpPr>
            <a:spLocks noGrp="1"/>
          </p:cNvSpPr>
          <p:nvPr>
            <p:ph idx="1"/>
          </p:nvPr>
        </p:nvSpPr>
        <p:spPr>
          <a:xfrm>
            <a:off x="1154954" y="2603500"/>
            <a:ext cx="10348197" cy="4172204"/>
          </a:xfrm>
        </p:spPr>
        <p:txBody>
          <a:bodyPr>
            <a:normAutofit fontScale="92500" lnSpcReduction="10000"/>
          </a:bodyPr>
          <a:lstStyle/>
          <a:p>
            <a:r>
              <a:rPr lang="en-US" sz="3600" b="1" dirty="0" smtClean="0"/>
              <a:t>Recommendation 28: Regulation and supervision of DNFBPs	</a:t>
            </a:r>
          </a:p>
          <a:p>
            <a:r>
              <a:rPr lang="en-US" sz="3600" b="1" dirty="0" smtClean="0"/>
              <a:t>Recommendation 29: Financial intelligence units	</a:t>
            </a:r>
          </a:p>
          <a:p>
            <a:r>
              <a:rPr lang="en-US" sz="3600" b="1" dirty="0" smtClean="0"/>
              <a:t>Recommendation 30: Responsibilities of law enforcement and investigative authorities	</a:t>
            </a:r>
          </a:p>
          <a:p>
            <a:r>
              <a:rPr lang="en-US" sz="3600" b="1" dirty="0" smtClean="0"/>
              <a:t>Recommendation 31: Powers of law enforcement and investigative authorities</a:t>
            </a:r>
            <a:r>
              <a:rPr lang="en-US" sz="3600" dirty="0" smtClean="0"/>
              <a:t>	</a:t>
            </a:r>
            <a:r>
              <a:rPr lang="en-US" dirty="0" smtClean="0"/>
              <a:t>	</a:t>
            </a:r>
            <a:endParaRPr lang="en-US" dirty="0"/>
          </a:p>
        </p:txBody>
      </p:sp>
    </p:spTree>
    <p:extLst>
      <p:ext uri="{BB962C8B-B14F-4D97-AF65-F5344CB8AC3E}">
        <p14:creationId xmlns:p14="http://schemas.microsoft.com/office/powerpoint/2010/main" val="58589690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RECOMMENDATIONS</a:t>
            </a:r>
            <a:endParaRPr lang="en-US" dirty="0"/>
          </a:p>
        </p:txBody>
      </p:sp>
      <p:sp>
        <p:nvSpPr>
          <p:cNvPr id="3" name="Content Placeholder 2"/>
          <p:cNvSpPr>
            <a:spLocks noGrp="1"/>
          </p:cNvSpPr>
          <p:nvPr>
            <p:ph idx="1"/>
          </p:nvPr>
        </p:nvSpPr>
        <p:spPr/>
        <p:txBody>
          <a:bodyPr>
            <a:normAutofit fontScale="77500" lnSpcReduction="20000"/>
          </a:bodyPr>
          <a:lstStyle/>
          <a:p>
            <a:r>
              <a:rPr lang="en-US" sz="4100" b="1" dirty="0" smtClean="0"/>
              <a:t>Recommendation 32: Cash couriers	</a:t>
            </a:r>
          </a:p>
          <a:p>
            <a:r>
              <a:rPr lang="en-US" sz="4100" b="1" dirty="0" smtClean="0"/>
              <a:t>Recommendation 33: Statistics </a:t>
            </a:r>
          </a:p>
          <a:p>
            <a:r>
              <a:rPr lang="en-US" sz="4100" b="1" dirty="0" smtClean="0"/>
              <a:t>Recommendation 34: Guidance and feedback	</a:t>
            </a:r>
          </a:p>
          <a:p>
            <a:r>
              <a:rPr lang="en-US" sz="4100" b="1" dirty="0" smtClean="0"/>
              <a:t>Recommendation 35: Sanctions	</a:t>
            </a:r>
          </a:p>
          <a:p>
            <a:r>
              <a:rPr lang="en-US" sz="4100" b="1" dirty="0" smtClean="0"/>
              <a:t>Recommendation 36: International instruments	</a:t>
            </a:r>
          </a:p>
          <a:p>
            <a:pPr marL="0" indent="0">
              <a:buNone/>
            </a:pPr>
            <a:endParaRPr lang="en-US" sz="4000" dirty="0"/>
          </a:p>
        </p:txBody>
      </p:sp>
    </p:spTree>
    <p:extLst>
      <p:ext uri="{BB962C8B-B14F-4D97-AF65-F5344CB8AC3E}">
        <p14:creationId xmlns:p14="http://schemas.microsoft.com/office/powerpoint/2010/main" val="232483501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RECOMMENDATIONS</a:t>
            </a:r>
            <a:endParaRPr lang="en-US" dirty="0"/>
          </a:p>
        </p:txBody>
      </p:sp>
      <p:sp>
        <p:nvSpPr>
          <p:cNvPr id="3" name="Content Placeholder 2"/>
          <p:cNvSpPr>
            <a:spLocks noGrp="1"/>
          </p:cNvSpPr>
          <p:nvPr>
            <p:ph idx="1"/>
          </p:nvPr>
        </p:nvSpPr>
        <p:spPr>
          <a:xfrm>
            <a:off x="1154954" y="2603500"/>
            <a:ext cx="10238469" cy="3888740"/>
          </a:xfrm>
        </p:spPr>
        <p:txBody>
          <a:bodyPr>
            <a:noAutofit/>
          </a:bodyPr>
          <a:lstStyle/>
          <a:p>
            <a:r>
              <a:rPr lang="en-US" sz="3200" b="1" dirty="0" smtClean="0"/>
              <a:t>Recommendation 37: Mutual legal assistance	</a:t>
            </a:r>
          </a:p>
          <a:p>
            <a:r>
              <a:rPr lang="en-US" sz="3200" b="1" dirty="0" smtClean="0"/>
              <a:t>Recommendation 38: Mutual legal assistance: freezing and confiscation	</a:t>
            </a:r>
          </a:p>
          <a:p>
            <a:r>
              <a:rPr lang="en-US" sz="3200" b="1" dirty="0" smtClean="0"/>
              <a:t>Recommendation 39: Extradition	</a:t>
            </a:r>
          </a:p>
          <a:p>
            <a:r>
              <a:rPr lang="en-US" sz="3200" b="1" dirty="0" smtClean="0"/>
              <a:t>Recommendation 40: Other forms of international cooperation</a:t>
            </a:r>
            <a:r>
              <a:rPr lang="en-US" sz="1600" b="1" dirty="0" smtClean="0"/>
              <a:t>	</a:t>
            </a:r>
            <a:endParaRPr lang="en-US" sz="1600" b="1" dirty="0"/>
          </a:p>
        </p:txBody>
      </p:sp>
    </p:spTree>
    <p:extLst>
      <p:ext uri="{BB962C8B-B14F-4D97-AF65-F5344CB8AC3E}">
        <p14:creationId xmlns:p14="http://schemas.microsoft.com/office/powerpoint/2010/main" val="2503049520"/>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0E5580"/>
      </a:dk2>
      <a:lt2>
        <a:srgbClr val="EBEBEB"/>
      </a:lt2>
      <a:accent1>
        <a:srgbClr val="ACD433"/>
      </a:accent1>
      <a:accent2>
        <a:srgbClr val="E6C133"/>
      </a:accent2>
      <a:accent3>
        <a:srgbClr val="EF7A24"/>
      </a:accent3>
      <a:accent4>
        <a:srgbClr val="5AA0F5"/>
      </a:accent4>
      <a:accent5>
        <a:srgbClr val="75CEEC"/>
      </a:accent5>
      <a:accent6>
        <a:srgbClr val="65D6A0"/>
      </a:accent6>
      <a:hlink>
        <a:srgbClr val="C4E46E"/>
      </a:hlink>
      <a:folHlink>
        <a:srgbClr val="BDE0FB"/>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2000"/>
                <a:hueMod val="96000"/>
                <a:satMod val="128000"/>
                <a:lumMod val="114000"/>
              </a:schemeClr>
            </a:gs>
            <a:gs pos="100000">
              <a:schemeClr val="phClr">
                <a:shade val="62000"/>
                <a:hueMod val="100000"/>
                <a:satMod val="134000"/>
                <a:lumMod val="56000"/>
              </a:schemeClr>
            </a:gs>
          </a:gsLst>
          <a:path path="circle">
            <a:fillToRect l="45000" t="65000" r="125000" b="100000"/>
          </a:path>
        </a:gradFill>
        <a:blipFill rotWithShape="1">
          <a:blip xmlns:r="http://schemas.openxmlformats.org/officeDocument/2006/relationships" r:embed="rId1">
            <a:duotone>
              <a:schemeClr val="phClr">
                <a:shade val="62000"/>
                <a:hueMod val="108000"/>
                <a:satMod val="164000"/>
                <a:lumMod val="69000"/>
              </a:schemeClr>
              <a:schemeClr val="phClr">
                <a:tint val="96000"/>
                <a:hueMod val="90000"/>
                <a:satMod val="130000"/>
                <a:lumMod val="134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A3AB87EF-B655-4FFF-8D05-F333AD7F2789}"/>
    </a:ext>
  </a:extLst>
</a:theme>
</file>

<file path=docProps/app.xml><?xml version="1.0" encoding="utf-8"?>
<Properties xmlns="http://schemas.openxmlformats.org/officeDocument/2006/extended-properties" xmlns:vt="http://schemas.openxmlformats.org/officeDocument/2006/docPropsVTypes">
  <Template>Ion Boardroom</Template>
  <TotalTime>46</TotalTime>
  <Words>253</Words>
  <Application>Microsoft Office PowerPoint</Application>
  <PresentationFormat>Widescreen</PresentationFormat>
  <Paragraphs>61</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Century Gothic</vt:lpstr>
      <vt:lpstr>Wingdings 3</vt:lpstr>
      <vt:lpstr>Ion Boardroom</vt:lpstr>
      <vt:lpstr>Financial Action Task Force</vt:lpstr>
      <vt:lpstr>ABOUT FATF</vt:lpstr>
      <vt:lpstr>ABOUT FATF Cont</vt:lpstr>
      <vt:lpstr> What does the FATF do? </vt:lpstr>
      <vt:lpstr>RECOMMENDATIONS</vt:lpstr>
      <vt:lpstr>RECOMMENDATIONS</vt:lpstr>
      <vt:lpstr>RECOMMENDATIONS</vt:lpstr>
      <vt:lpstr>RECOMMENDATIONS</vt:lpstr>
      <vt:lpstr>RECOMMENDATIONS</vt:lpstr>
      <vt:lpstr>RECOMMENDATIONS</vt:lpstr>
      <vt:lpstr>RECOMMENDATIONS</vt:lpstr>
      <vt:lpstr>RECOMMENDATIONS</vt:lpstr>
    </vt:vector>
  </TitlesOfParts>
  <Company>Hewlett-Packard</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AMLRO-OFFICER</dc:creator>
  <cp:lastModifiedBy>AMLRO-OFFICER</cp:lastModifiedBy>
  <cp:revision>7</cp:revision>
  <dcterms:created xsi:type="dcterms:W3CDTF">2021-11-10T16:44:01Z</dcterms:created>
  <dcterms:modified xsi:type="dcterms:W3CDTF">2021-11-11T15:24:40Z</dcterms:modified>
</cp:coreProperties>
</file>